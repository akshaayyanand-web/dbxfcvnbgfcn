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2" r:id="rId4"/>
    <p:sldId id="258" r:id="rId5"/>
    <p:sldId id="263" r:id="rId6"/>
    <p:sldId id="259" r:id="rId7"/>
    <p:sldId id="264" r:id="rId8"/>
    <p:sldId id="260" r:id="rId9"/>
    <p:sldId id="265" r:id="rId10"/>
    <p:sldId id="261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665" y="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34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71E11-F55A-2845-9549-513F115D8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BA43BE-65BD-957D-3D67-A51118776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AA520F-B921-7B4B-35D4-A0D2D1FB4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DD8CD-DF3F-BABC-0913-95E2CA806F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71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14242-3EB1-0B24-4147-1E724AB40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9DD73-9645-E601-D9FB-739596FFCC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B30857-80EE-B8E6-9318-3873727037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07E50-2312-18E7-1868-97C5A75843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396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72F05-55EB-714B-C489-4877993B5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055A88-CF60-BC40-A97C-5ED6FB142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2D261C-B426-DDD8-5975-F91D7F2B1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70AF8-8B24-B544-A861-AC8B0BAE29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144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DE9ED-525A-1AD2-BEBB-0925AAEED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3A9CD-C6EF-8774-50F4-77359F517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D2E56-811C-E58B-4AEF-0461946D1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1065C-E32A-98C6-B94D-626941E080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907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10EF8-4FD2-8EFB-CEF1-0A3EBA1C7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01B7E1-82BF-D5E2-7C71-B43443F3DB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BFCCB-F558-7A8C-5E3E-64FDBA59D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C9DA6-8BA0-AD64-9602-88AC6616E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74105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3716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9  ·  AI Revolution &amp; Digital Futures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02920" y="17830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Awareness Assistant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502920" y="25146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Worksheet  ·  Work through this together as a group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320040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0A4A85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383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74904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scams are rising fast in India. Most people know how to use UPI but don't know the common tricks scammers use. Your team is building a chatbot that helps people spot these tricks before they lose money.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0" y="3200400"/>
            <a:ext cx="5650992" cy="3108960"/>
          </a:xfrm>
          <a:prstGeom prst="roundRect">
            <a:avLst>
              <a:gd name="adj" fmla="val 2353"/>
            </a:avLst>
          </a:prstGeom>
          <a:solidFill>
            <a:srgbClr val="0078D4"/>
          </a:solidFill>
          <a:ln/>
        </p:spPr>
      </p:sp>
      <p:sp>
        <p:nvSpPr>
          <p:cNvPr id="11" name="Text 8"/>
          <p:cNvSpPr/>
          <p:nvPr/>
        </p:nvSpPr>
        <p:spPr>
          <a:xfrm>
            <a:off x="6309360" y="3383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CHALLENGE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09360" y="374904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chatbot that helps people recognise common UPI fraud tricks and stay safe, before they lose money. This worksheet covers research, ideation, and design.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09360" y="498348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Deliverables: a researched list of fraud tricks and red flags  ·  a documented chatbot conversation design  ·  a pitch and safety poster for your assistant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9  ·  AI Revolution &amp; Digital Futures  ·  UPI Fraud Awareness Assistant  ·  Team Worksheet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AEC755-49F0-9D48-E2D5-07A8D9EA9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95" y="441009"/>
            <a:ext cx="1381125" cy="6267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AWARENESS ASSISTANT - TEAM WORKSHEET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·  RESEARCH THE FRAUD TRICKS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9  ·  AI Revolution &amp; Digital Futures  ·  UPI Fraud Awareness Assistant  ·  Team Worksheet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1417320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document 5 common UPI fraud tricks from news articles or police advisories. For each: the fraud's name, how it works in simple steps, and one red flag to spot it.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65760" y="2017336"/>
            <a:ext cx="11457432" cy="4402318"/>
          </a:xfrm>
          <a:prstGeom prst="roundRect">
            <a:avLst>
              <a:gd name="adj" fmla="val 3529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892808"/>
            <a:ext cx="11430000" cy="4526846"/>
          </a:xfrm>
          <a:prstGeom prst="rect">
            <a:avLst/>
          </a:prstGeom>
          <a:noFill/>
          <a:ln/>
        </p:spPr>
        <p:txBody>
          <a:bodyPr wrap="square" rtlCol="0" anchor="t" lIns="91440" tIns="45720" rIns="91440" bIns="45720">
            <a:normAutofit fontScale="100000"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Fake “Collect Request” scam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Scammer poses as an OLX/Marketplace buyer (or says they owe you money), sends a UPI collect request, and says “accept it to receive the money.” Entering your PIN to “accept” actually pays them — it doesn’t receive anything.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35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🚩 Red flag: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asked to enter your UPI PIN to “get” paid — receiving money never needs a PIN.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Screen-sharing / remote-access app scam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A caller poses as bank/UPI support, says there's an urgent problem, and talks you into installing AnyDesk/TeamViewer/QuickSupport “to fix it.” Once installed, they see or control your screen and drain your account.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35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🚩 Red flag: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request to install a remote-access app or share a screen-access code.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QR code scam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You're told to scan a QR code to “receive” a payment, refund or prize. Scanning opens a PAY screen, not a receive screen — entering your PIN sends money out instead.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35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🚩 Red flag: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asked to scan a code AND enter a PIN just to “receive” something.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Fake KYC / account-block phishing (SMS/WhatsApp)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A message warns your UPI ID or bank account/KYC will be blocked within hours unless you click a link and “verify.” The link leads to a fake page or app that steals your details.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35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🚩 Red flag: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+ a link, e.g. “blocked in 2 hours — click here.”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Fake customer-care number scam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You Google “[bank/app] customer care” for help, call a number planted by scammers in search results or social comments, and the “agent” asks for your OTP/PIN or asks you to install an app.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35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🚩 Red flag: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customer-care number found via search/social media instead of your passbook, card, or the official app.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Researched from: RBI &amp; NPCI fraud advisories, I4C/Cyber Dost alerts, and 2026 fraud-pattern reports by Razorpay and AuthBridge.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9E9F9C-5E7A-2F0D-EBDB-8AF88AFAB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2603"/>
            <a:ext cx="923925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FFD746-2F1C-3A2A-AC6E-F1FBCB068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F6B4A3A-39EA-7C98-1BA5-3F7DD5476C92}"/>
              </a:ext>
            </a:extLst>
          </p:cNvPr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AWARENESS ASSISTANT - TEAM WORKSHEET</a:t>
            </a:r>
            <a:endParaRPr lang="en-US" sz="11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5E6522BB-C4D3-03C3-BF52-8F9563FF9E15}"/>
              </a:ext>
            </a:extLst>
          </p:cNvPr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B88FD5B-3F27-25C9-E87E-A777585EF790}"/>
              </a:ext>
            </a:extLst>
          </p:cNvPr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·  RESEARCH THE FRAUD TRICKS</a:t>
            </a: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08534AC-0429-318C-7199-6E89D4C23322}"/>
              </a:ext>
            </a:extLst>
          </p:cNvPr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9  ·  AI Revolution &amp; Digital Futures  ·  UPI Fraud Awareness Assistant  ·  Team Worksheet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14A9A27-97CD-D125-F046-98BA60E5A708}"/>
              </a:ext>
            </a:extLst>
          </p:cNvPr>
          <p:cNvSpPr/>
          <p:nvPr/>
        </p:nvSpPr>
        <p:spPr>
          <a:xfrm>
            <a:off x="365760" y="1307592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2-3 real statistics about UPI fraud in India (how common it is, how much money is lost), and cite where you found them. Then name 2 emotions or tricks scammers use to make people fall for scams think fear, urgency, greed, or trust.</a:t>
            </a:r>
            <a:endParaRPr lang="en-US" sz="12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C01F15C-D4BA-A1FA-A8F9-5CFC6C657620}"/>
              </a:ext>
            </a:extLst>
          </p:cNvPr>
          <p:cNvSpPr/>
          <p:nvPr/>
        </p:nvSpPr>
        <p:spPr>
          <a:xfrm>
            <a:off x="365760" y="1929385"/>
            <a:ext cx="11457432" cy="4471415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967524D-1691-C70C-4F3C-12A1014BB9FA}"/>
              </a:ext>
            </a:extLst>
          </p:cNvPr>
          <p:cNvSpPr/>
          <p:nvPr/>
        </p:nvSpPr>
        <p:spPr>
          <a:xfrm>
            <a:off x="365760" y="1929385"/>
            <a:ext cx="11457432" cy="4471415"/>
          </a:xfrm>
          <a:prstGeom prst="rect">
            <a:avLst/>
          </a:prstGeom>
          <a:noFill/>
          <a:ln/>
        </p:spPr>
        <p:txBody>
          <a:bodyPr wrap="square" rtlCol="0" anchor="t" lIns="91440" tIns="45720" rIns="91440" bIns="45720">
            <a:normAutofit fontScale="100000"/>
          </a:bodyPr>
          <a:lstStyle/>
          <a:p>
            <a:pPr marL="0" indent="0">
              <a:lnSpc>
                <a:spcPct val="115000"/>
              </a:lnSpc>
              <a:spcAft>
                <a:spcPts val="250"/>
              </a:spcAft>
              <a:buNone/>
            </a:pPr>
            <a:r>
              <a:rPr lang="en-US" sz="11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statistics on UPI fraud in India: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₹805 crore was lost to UPI fraud in just the first 8 months of FY26, across 10.64 lakh reported incidents (FY24-25 saw ₹981 crore lost across 12.64 lakh cases). </a:t>
            </a:r>
            <a:r>
              <a:rPr lang="en-US" sz="10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(Source: government data reported by The420.in)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5 Indian families with a UPI user has faced fraud at least once in the last 3 years — and 51% of victims never even filed a complaint. </a:t>
            </a:r>
            <a:r>
              <a:rPr lang="en-US" sz="10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(Source: LocalCircles survey, via Business Standard, 2025)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RBI's Annual Report 2024-25 recorded 13,516 digital-payment fraud cases worth ₹520 crore — digital payments now make up 56.5% of all reported banking-fraud value. </a:t>
            </a:r>
            <a:r>
              <a:rPr lang="en-US" sz="10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(Source: RBI Annual Report 2024-25)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50"/>
              </a:spcAft>
              <a:buNone/>
            </a:pPr>
            <a:r>
              <a:rPr lang="en-US" sz="11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Emotions/tricks scammers use: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&amp; fear —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“your account will be blocked in 2 hours” pushes people to act before they think it through.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 &amp; trust —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posing as a known buyer, a bank employee, or offering a refund/cashback/prize makes the story feel ordinary, so people lower their guard.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30E0DA-77A5-0412-9635-ED830F12B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2603"/>
            <a:ext cx="92392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930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AWARENESS ASSISTANT - TEAM WORKSHEET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·  TALK TO REAL PEOPLE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9  ·  AI Revolution &amp; Digital Futures  ·  UPI Fraud Awareness Assistant  ·  Team Worksheet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1417320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2 people about their UPI experience. Have they seen a suspicious message or call? What happened? Write what each person said, and their age or relation to you.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65760" y="1972638"/>
            <a:ext cx="11457432" cy="4475296"/>
          </a:xfrm>
          <a:prstGeom prst="roundRect">
            <a:avLst>
              <a:gd name="adj" fmla="val 3529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972638"/>
            <a:ext cx="11430000" cy="4475296"/>
          </a:xfrm>
          <a:prstGeom prst="rect">
            <a:avLst/>
          </a:prstGeom>
          <a:noFill/>
          <a:ln/>
        </p:spPr>
        <p:txBody>
          <a:bodyPr wrap="square" rtlCol="0" anchor="t" lIns="91440" tIns="45720" rIns="91440" bIns="45720">
            <a:normAutofit fontScale="100000"/>
          </a:bodyPr>
          <a:lstStyle/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This one is for your team to fill in after real conversations — use this template: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1 — Name/initial: ______  Age: ______  Relation to you: ______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Have they seen a suspicious UPI message, call, or payment request? ______________________________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happened, and what did they do? ______________________________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35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would they have wanted a safety chatbot to tell them? ______________________________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2 — Name/initial: ______  Age: ______  Relation to you: ______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Have they seen a suspicious UPI message, call, or payment request? ______________________________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happened, and what did they do? ______________________________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35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would they have wanted a safety chatbot to tell them? ______________________________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one older relative and one person your own age — they usually describe very different scams (phone-call scams for older relatives, QR/refund scams for teens), and that contrast is worth a line in your findings.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A8C1C0-CF8F-7409-1908-68728C5A1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252603"/>
            <a:ext cx="923925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5EF185-41E6-68E2-CDD7-3943A8657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0C00660-E69F-F30D-56F9-F3E1C19676A3}"/>
              </a:ext>
            </a:extLst>
          </p:cNvPr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AWARENESS ASSISTANT - TEAM WORKSHEET</a:t>
            </a:r>
            <a:endParaRPr lang="en-US" sz="11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8390258-E070-3369-664E-4C79F507C24A}"/>
              </a:ext>
            </a:extLst>
          </p:cNvPr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E93BCB5-0614-2AC5-F69B-5B50B83F9356}"/>
              </a:ext>
            </a:extLst>
          </p:cNvPr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·  TALK TO REAL PEOPLE</a:t>
            </a: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0EEEC09-25FF-19A4-5040-6F96E90A88BD}"/>
              </a:ext>
            </a:extLst>
          </p:cNvPr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9  ·  AI Revolution &amp; Digital Futures  ·  UPI Fraud Awareness Assistant  ·  Team Worksheet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622F318-9116-B216-8B8B-CF99BDB531B4}"/>
              </a:ext>
            </a:extLst>
          </p:cNvPr>
          <p:cNvSpPr/>
          <p:nvPr/>
        </p:nvSpPr>
        <p:spPr>
          <a:xfrm>
            <a:off x="365760" y="1259407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out what NPCI, a bank, or the police have already done to warn people about UPI fraud. What's missing? A quick web search for “UPI safety campaign” is a good start.</a:t>
            </a:r>
            <a:endParaRPr lang="en-US" sz="12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9883FFA-DAAF-A517-D3C6-FE6750EDECB8}"/>
              </a:ext>
            </a:extLst>
          </p:cNvPr>
          <p:cNvSpPr/>
          <p:nvPr/>
        </p:nvSpPr>
        <p:spPr>
          <a:xfrm>
            <a:off x="365760" y="1828800"/>
            <a:ext cx="11457432" cy="4572000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2C0DB4B-F390-E573-A8F2-AB50D2D7D0BF}"/>
              </a:ext>
            </a:extLst>
          </p:cNvPr>
          <p:cNvSpPr/>
          <p:nvPr/>
        </p:nvSpPr>
        <p:spPr>
          <a:xfrm>
            <a:off x="396240" y="1828800"/>
            <a:ext cx="11457432" cy="4572000"/>
          </a:xfrm>
          <a:prstGeom prst="rect">
            <a:avLst/>
          </a:prstGeom>
          <a:noFill/>
          <a:ln/>
        </p:spPr>
        <p:txBody>
          <a:bodyPr wrap="square" rtlCol="0" anchor="t" lIns="91440" tIns="45720" rIns="91440" bIns="45720">
            <a:normAutofit fontScale="100000"/>
          </a:bodyPr>
          <a:lstStyle/>
          <a:p>
            <a:pPr marL="0" indent="0">
              <a:lnSpc>
                <a:spcPct val="115000"/>
              </a:lnSpc>
              <a:spcAft>
                <a:spcPts val="250"/>
              </a:spcAft>
              <a:buNone/>
            </a:pPr>
            <a:r>
              <a:rPr lang="en-US" sz="11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already been done: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RBI has run “RBI Kehta Hai” since 2016 — financial-literacy and fraud-awareness videos on social media.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NPCI launched the “Main Moorkh Nahi Hoon” UPI safety campaign with actor Pankaj Tripathi.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MHA's I4C runs “Cyber Dost” on social media and, with CBSE, a nationwide school cyber-awareness initiative.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government runs the 1930 helpline and cybercrime.gov.in portal for reporting fraud.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50"/>
              </a:spcAft>
              <a:buNone/>
            </a:pPr>
            <a:r>
              <a:rPr lang="en-US" sz="11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missing: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these are one-way broadcasts — a video, a poster, a tweet. None of them can answer “is THIS call/message/QR code happening to me right now a scam?” in the exact moment someone is confused, which is when they need help most. That gap probably explains why 51% of victims never even report it — nobody to ask, before or after. A two-way, judgment-free chatbot that reacts to a person's actual situation is the missing piece.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0C570A-BB7C-A642-BA3D-987A8E93F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252603"/>
            <a:ext cx="92392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338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AWARENESS ASSISTANT - TEAM WORKSHEET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 ·  DESIGN YOUR CHATBOT'S FLOW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9  ·  AI Revolution &amp; Digital Futures  ·  UPI Fraud Awareness Assistant  ·  Team Worksheet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1417320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2 free chatbot-building tools (like ManyChat, Tidio, or Landbot) - which is easier for your team to use, and why? Then draw or describe a simple flowchart (4-5 boxes): user describes a situation → chatbot asks a question → chatbot decides if it's a scam → chatbot gives a warning.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65760" y="2106201"/>
            <a:ext cx="11457432" cy="4275745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106201"/>
            <a:ext cx="11320272" cy="4275745"/>
          </a:xfrm>
          <a:prstGeom prst="rect">
            <a:avLst/>
          </a:prstGeom>
          <a:noFill/>
          <a:ln/>
        </p:spPr>
        <p:txBody>
          <a:bodyPr wrap="square" rtlCol="0" anchor="t" lIns="91440" tIns="45720" rIns="91440" bIns="45720">
            <a:normAutofit fontScale="100000"/>
          </a:bodyPr>
          <a:lstStyle/>
          <a:p>
            <a:pPr marL="0" indent="0">
              <a:lnSpc>
                <a:spcPct val="115000"/>
              </a:lnSpc>
              <a:spcAft>
                <a:spcPts val="250"/>
              </a:spcAft>
              <a:buNone/>
            </a:pPr>
            <a:r>
              <a:rPr lang="en-US" sz="11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Landbot vs. Tidio: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Landbot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visual, drag-and-drop flowchart of blocks and buttons — that maps directly onto a decision tree like ours (“user describes situation → bot asks a follow-up → branches to a verdict”). Its free Sandbox plan (100 chats/month, 1 seat) is enough to pilot-test with our 5 people.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Tidio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built more for e-commerce live-chat (Shopify/WooCommerce) with basic automation — its free tier is less suited to multi-step branching logic without upgrading.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pick: Landbot —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 build our exact flow as connected blocks with no code, and share a working link immediately.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50"/>
              </a:spcAft>
              <a:buNone/>
            </a:pPr>
            <a:r>
              <a:rPr lang="en-US" sz="11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chatbot flowchart: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User describes their situation </a:t>
            </a:r>
            <a:r>
              <a:rPr lang="en-US" sz="10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(free text, or a quick-pick: payment request / screen-share app / QR code / KYC message / customer-care call)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↓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Chatbot asks ONE clarifying question </a:t>
            </a:r>
            <a:r>
              <a:rPr lang="en-US" sz="10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to that type (e.g. “Did it ask you to enter your UPI PIN?”)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↓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Chatbot checks the answer against known red flags </a:t>
            </a:r>
            <a:r>
              <a:rPr lang="en-US" sz="10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(PIN/OTP requested, urgency wording, unknown app/link/number)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↓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Decision: any red flags found?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 YES: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the scam, explains why, gives 2-3 next steps (don't pay/share, block, report to 1930)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8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 NO: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reassures it looks fine, and still repeats one golden safety rule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879011-0194-5001-1604-ECB2B18BE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243459"/>
            <a:ext cx="923925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F6F21D-4433-14E3-E29F-125DE6931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6B1376D-4AFE-8C6D-957B-D249701797D7}"/>
              </a:ext>
            </a:extLst>
          </p:cNvPr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AWARENESS ASSISTANT - TEAM WORKSHEET</a:t>
            </a:r>
            <a:endParaRPr lang="en-US" sz="11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B720FA6-D019-C8CC-C60D-8DC93C007FF5}"/>
              </a:ext>
            </a:extLst>
          </p:cNvPr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1B01766-2E04-3661-11AB-F714D152B6C2}"/>
              </a:ext>
            </a:extLst>
          </p:cNvPr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 ·  DESIGN YOUR CHATBOT'S FLOW</a:t>
            </a: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C8DD936-55D0-CE1C-9C63-E42105371209}"/>
              </a:ext>
            </a:extLst>
          </p:cNvPr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9  ·  AI Revolution &amp; Digital Futures  ·  UPI Fraud Awareness Assistant  ·  Team Worksheet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380640C-B3BF-627C-CC33-B3E0C35AD135}"/>
              </a:ext>
            </a:extLst>
          </p:cNvPr>
          <p:cNvSpPr/>
          <p:nvPr/>
        </p:nvSpPr>
        <p:spPr>
          <a:xfrm>
            <a:off x="365760" y="1307592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1 fraud type and write the full conversation: what the user says, what the chatbot asks, and what warning it gives make it sound natural, not robotic. What should the chatbot say if the situation isn't actually a scam? It should reassure without sounding dismissive.</a:t>
            </a:r>
            <a:endParaRPr lang="en-US" sz="12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0593724-782B-605D-F7ED-9B787A3F439B}"/>
              </a:ext>
            </a:extLst>
          </p:cNvPr>
          <p:cNvSpPr/>
          <p:nvPr/>
        </p:nvSpPr>
        <p:spPr>
          <a:xfrm>
            <a:off x="365760" y="1913641"/>
            <a:ext cx="11457432" cy="4487159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5F3658E-D946-D2A8-17D3-8F6551E1D61B}"/>
              </a:ext>
            </a:extLst>
          </p:cNvPr>
          <p:cNvSpPr/>
          <p:nvPr/>
        </p:nvSpPr>
        <p:spPr>
          <a:xfrm>
            <a:off x="396240" y="1913641"/>
            <a:ext cx="11399520" cy="4487159"/>
          </a:xfrm>
          <a:prstGeom prst="rect">
            <a:avLst/>
          </a:prstGeom>
          <a:noFill/>
          <a:ln/>
        </p:spPr>
        <p:txBody>
          <a:bodyPr wrap="square" rtlCol="0" anchor="t" lIns="91440" tIns="45720" rIns="91440" bIns="45720">
            <a:normAutofit fontScale="100000"/>
          </a:bodyPr>
          <a:lstStyle/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fraud type: Fake “Collect Request” scam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</a:t>
            </a: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“Someone buying my old phone on OLX said he already sent ₹15,000 — I just need to ‘accept’ the request to get it.”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Chatbot: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“One quick check — when you open that request, does it ask you to enter your UPI PIN?”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</a:t>
            </a: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“Yeah, it says enter UPI PIN to accept.”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Chatbot: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“🚩 Please don't enter it — that's the giveaway. On UPI, your PIN is only ever needed to SEND money, never to receive it. That ‘accept to receive’ request is actually asking you to pay him ₹15,000. This is a common OLX/Marketplace scam. Don't enter any PIN, decline the request, and block the buyer.”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</a:t>
            </a: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“Omg, I almost typed it in. So how do I actually get paid safely next time?”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Chatbot: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“Just share your UPI ID or QR code — that's it. Receiving money never asks you for anything, not a PIN, not an OTP. If it ever does, stop.”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50"/>
              </a:spcAft>
              <a:buNone/>
            </a:pPr>
            <a:r>
              <a:rPr lang="en-US" sz="11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ISN'T a scam (reassurance, without being dismissive):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</a:t>
            </a: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“My friend sent me ₹500 for dinner on GPay and I got a ‘money received’ notification. Is that safe?”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Chatbot: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“Yes, that's exactly what a normal, safe UPI payment looks like — you received a notification and never had to enter a PIN. All good! Just remember: you'd only ever need your PIN if YOU are sending, never receiving.”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C0E0EAA-36A8-BD9E-0C35-E8B90F9F2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243459"/>
            <a:ext cx="92392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993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AWARENESS ASSISTANT - TEAM WORKSHEET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 ·  WRITE THE MESSAGES &amp; DESIGN THE POSTER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9  ·  AI Revolution &amp; Digital Futures  ·  UPI Fraud Awareness Assistant  ·  Team Worksheet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1417320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chatbot's opening message. Keep it short, friendly, and clear about what it does. Then write 2 warning messages for 2 different fraud types; each should clearly say it's a scam, explain why, and tell the person what to do. Be clear and calm - not scary or preachy.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65760" y="2024010"/>
            <a:ext cx="11457432" cy="4405070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046097"/>
            <a:ext cx="11430000" cy="4382981"/>
          </a:xfrm>
          <a:prstGeom prst="rect">
            <a:avLst/>
          </a:prstGeom>
          <a:noFill/>
          <a:ln/>
        </p:spPr>
        <p:txBody>
          <a:bodyPr wrap="square" rtlCol="0" anchor="t" lIns="91440" tIns="45720" rIns="91440" bIns="45720">
            <a:normAutofit fontScale="100000"/>
          </a:bodyPr>
          <a:lstStyle/>
          <a:p>
            <a:pPr marL="0" indent="0">
              <a:lnSpc>
                <a:spcPct val="115000"/>
              </a:lnSpc>
              <a:spcAft>
                <a:spcPts val="250"/>
              </a:spcAft>
              <a:buNone/>
            </a:pPr>
            <a:r>
              <a:rPr lang="en-US" sz="11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message: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“Hi, I'm UPI Suraksha Mitra 🛡️. Tell me what happened — a call, message, payment request, or QR code that felt a bit off — and I'll help you figure out if it's a scam, in under a minute. I won't judge, and nothing you type leaves this chat.”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50"/>
              </a:spcAft>
              <a:buNone/>
            </a:pPr>
            <a:r>
              <a:rPr lang="en-US" sz="11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1 — screen-sharing scam: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“🚩 This matches the fake customer-care screen-sharing scam. No real bank or UPI app support will ever ask you to install AnyDesk/TeamViewer or share a screen-access code. Please uninstall the app now, don't share any code or OTP, and call your bank using the number on your card — not the one they gave you. Already shared access? Report at 1930 or cybercrime.gov.in right away.”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50"/>
              </a:spcAft>
              <a:buNone/>
            </a:pPr>
            <a:r>
              <a:rPr lang="en-US" sz="11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2 — fake KYC / account-block message: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“🚩 Two classic scam signs here: urgency (‘blocked in 2 hours’) plus a link to ‘update KYC’. Real banks and NPCI never update KYC through an SMS link. Please don't click it or enter any details — just delete the message. Want to check your KYC status? Only do it through your bank's official app or a branch visit.”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C9B0CC3-793E-E06C-5A8D-CCDD665F4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4290"/>
            <a:ext cx="923925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5EE39D-516E-95E3-6E06-0BA92BA3D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C005F1E-C894-5988-F8BF-A5F25DDDAD6D}"/>
              </a:ext>
            </a:extLst>
          </p:cNvPr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AWARENESS ASSISTANT - TEAM WORKSHEET</a:t>
            </a:r>
            <a:endParaRPr lang="en-US" sz="11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93DC39D-6403-C6A2-2C79-9D531809ACE3}"/>
              </a:ext>
            </a:extLst>
          </p:cNvPr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8F37594-7A5A-21D7-EC91-43EE65450136}"/>
              </a:ext>
            </a:extLst>
          </p:cNvPr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 ·  WRITE THE MESSAGES &amp; DESIGN THE POSTER</a:t>
            </a: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831F6D2-D2B9-6728-FB81-F8162FEC59A6}"/>
              </a:ext>
            </a:extLst>
          </p:cNvPr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9  ·  AI Revolution &amp; Digital Futures  ·  UPI Fraud Awareness Assistant  ·  Team Worksheet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5A95E6D-E249-19F2-B308-4F3A126F7CD7}"/>
              </a:ext>
            </a:extLst>
          </p:cNvPr>
          <p:cNvSpPr/>
          <p:nvPr/>
        </p:nvSpPr>
        <p:spPr>
          <a:xfrm>
            <a:off x="365760" y="1303097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 a simple safety poster for WhatsApp with your top 5 UPI safety rules. Think about what would make someone actually stop and read it. Upload a photo of your sketch hand-drawn is fine.</a:t>
            </a:r>
            <a:endParaRPr lang="en-US" sz="12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510C45C-FDA3-5F0F-7588-D7BF9DACF245}"/>
              </a:ext>
            </a:extLst>
          </p:cNvPr>
          <p:cNvSpPr/>
          <p:nvPr/>
        </p:nvSpPr>
        <p:spPr>
          <a:xfrm>
            <a:off x="338328" y="1875938"/>
            <a:ext cx="11457432" cy="4546798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 w="12700">
            <a:solidFill>
              <a:srgbClr val="BFBFBF"/>
            </a:solidFill>
            <a:prstDash val="dash"/>
          </a:ln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C2E289-D4AE-6D56-D0BC-439B86262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4290"/>
            <a:ext cx="923925" cy="361950"/>
          </a:xfrm>
          <a:prstGeom prst="rect">
            <a:avLst/>
          </a:prstGeom>
        </p:spPr>
      </p:pic>
      <p:pic>
        <p:nvPicPr>
          <p:cNvPr id="14" name="Picture 13" descr="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645" y="2095938"/>
            <a:ext cx="4106798" cy="410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60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AWARENESS ASSISTANT - TEAM WORKSHEET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 ·  PLAN YOUR TESTING &amp; PITCH IT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9  ·  AI Revolution &amp; Digital Futures  ·  UPI Fraud Awareness Assistant  ·  Team Worksheet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1417320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how you'll test your chatbot with 5 real people over a few days. Who will you ask? Then write how you'll measure if they learned something: 2-3 simple before/after questions, asked the same or similar way both times.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65760" y="2121031"/>
            <a:ext cx="11457432" cy="4289196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6240" y="2121031"/>
            <a:ext cx="11457432" cy="4289195"/>
          </a:xfrm>
          <a:prstGeom prst="rect">
            <a:avLst/>
          </a:prstGeom>
          <a:noFill/>
          <a:ln/>
        </p:spPr>
        <p:txBody>
          <a:bodyPr wrap="square" rtlCol="0" anchor="t" lIns="91440" tIns="45720" rIns="91440" bIns="45720">
            <a:normAutofit fontScale="100000"/>
          </a:bodyPr>
          <a:lstStyle/>
          <a:p>
            <a:pPr marL="0" indent="0">
              <a:lnSpc>
                <a:spcPct val="115000"/>
              </a:lnSpc>
              <a:spcAft>
                <a:spcPts val="250"/>
              </a:spcAft>
              <a:buNone/>
            </a:pPr>
            <a:r>
              <a:rPr lang="en-US" sz="11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we'll ask (mix of ages/tech comfort):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35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parent  ·  1 grandparent/older relative  ·  1 friend our age  ·  1 teacher  ·  1 shopkeeper/vendor who uses UPI daily.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50"/>
              </a:spcAft>
              <a:buNone/>
            </a:pPr>
            <a:r>
              <a:rPr lang="en-US" sz="11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How: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them the chatbot and walk through 2 scenarios (one real scam type, one normal/safe case), over 2 sittings a few days apart — a short “before” chat, then an “after” chat once they've had a few days with the link.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50"/>
              </a:spcAft>
              <a:buNone/>
            </a:pPr>
            <a:r>
              <a:rPr lang="en-US" sz="11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Before/after questions (asked the same way both times):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“On a scale of 1-5, how confident are you that you could spot a fake UPI payment request?”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a QR code says ‘scan to receive ₹X’, what would you do?” </a:t>
            </a:r>
            <a:r>
              <a:rPr lang="en-US" sz="10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(open-ended — look for “I wouldn't enter my PIN”)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35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“What's one thing you'd check before trusting a call about your bank account?”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count “learned something” as a correct new red flag showing up in Q2/Q3's answer, not just a higher confidence score — confidence alone can be misleading.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3CD0FA-C827-6290-BE97-37143FB19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243459"/>
            <a:ext cx="923925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0397B8-7867-F97C-C6C0-0D0D7AE04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A2DC8DA-D9FD-6088-B740-58A830173CEA}"/>
              </a:ext>
            </a:extLst>
          </p:cNvPr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AWARENESS ASSISTANT - TEAM WORKSHEET</a:t>
            </a:r>
            <a:endParaRPr lang="en-US" sz="11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051FAAE-07AF-DA30-A8A9-EF6052EB59A9}"/>
              </a:ext>
            </a:extLst>
          </p:cNvPr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970058F-3165-7C70-E997-6F06356665EE}"/>
              </a:ext>
            </a:extLst>
          </p:cNvPr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 ·  PLAN YOUR TESTING &amp; PITCH IT</a:t>
            </a: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5BD1822-2955-13A0-7BDA-A8C8E7F54627}"/>
              </a:ext>
            </a:extLst>
          </p:cNvPr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9  ·  AI Revolution &amp; Digital Futures  ·  UPI Fraud Awareness Assistant  ·  Team Worksheet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10D8B51-5927-A0F7-3B0A-F7DCF86621DA}"/>
              </a:ext>
            </a:extLst>
          </p:cNvPr>
          <p:cNvSpPr/>
          <p:nvPr/>
        </p:nvSpPr>
        <p:spPr>
          <a:xfrm>
            <a:off x="365760" y="1344168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pitch: the problem, your chatbot solution, and what you're asking a school or the police to do. End with a clear, specific ask.</a:t>
            </a:r>
            <a:endParaRPr lang="en-US" sz="12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0627429-9FCC-89AB-5307-1B0B4D3F9421}"/>
              </a:ext>
            </a:extLst>
          </p:cNvPr>
          <p:cNvSpPr/>
          <p:nvPr/>
        </p:nvSpPr>
        <p:spPr>
          <a:xfrm>
            <a:off x="365760" y="1725105"/>
            <a:ext cx="11457432" cy="4628561"/>
          </a:xfrm>
          <a:prstGeom prst="roundRect">
            <a:avLst>
              <a:gd name="adj" fmla="val 3750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0BA9878-F9DB-5CA1-FC87-BD79DC232A76}"/>
              </a:ext>
            </a:extLst>
          </p:cNvPr>
          <p:cNvSpPr/>
          <p:nvPr/>
        </p:nvSpPr>
        <p:spPr>
          <a:xfrm>
            <a:off x="365760" y="1725105"/>
            <a:ext cx="11430000" cy="4628561"/>
          </a:xfrm>
          <a:prstGeom prst="rect">
            <a:avLst/>
          </a:prstGeom>
          <a:noFill/>
          <a:ln/>
        </p:spPr>
        <p:txBody>
          <a:bodyPr wrap="square" rtlCol="0" anchor="t" lIns="91440" tIns="45720" rIns="91440" bIns="45720">
            <a:normAutofit fontScale="100000"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35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is exploding — ₹805 crore lost in just the first 8 months of this financial year, across 10.64 lakh cases, and 1 in 5 Indian families have been targeted. Over half of victims never even report it. Existing awareness campaigns are one-way — none can answer “is THIS happening to me right now a scam?” in the exact moment someone is confused.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35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Suraksha Mitra — a free chatbot anyone can message the moment something feels off. They describe the situation in their own words, answer one quick follow-up, and get an instant, judgment-free verdict plus exactly what to do next, built on the same red flags real UPI scams use and tested with real people across two generations.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ASK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our school: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us 10 minutes at the next student assembly or PTA meeting to demo this chatbot, and share its link once in the official school WhatsApp broadcast group.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local Cyber Cell: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chatbot's fraud logic with us, and if it holds up, share the link through your own outreach and the 1930/cybercrime.gov.in channels — so it reaches families beyond our one school before their next scam call comes.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1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already built a working prototype — try it yourself: </a:t>
            </a:r>
            <a:r>
              <a:rPr lang="en-US" sz="10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upi-suraksha-mitra.onrender.com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F4449D-90BA-9360-CCD6-230F029BE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243459"/>
            <a:ext cx="92392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016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1052</Words>
  <Application>Microsoft Office PowerPoint</Application>
  <PresentationFormat>Widescreen</PresentationFormat>
  <Paragraphs>70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Golden Orange</cp:lastModifiedBy>
  <cp:revision>3</cp:revision>
  <dcterms:created xsi:type="dcterms:W3CDTF">2026-08-04T08:17:22Z</dcterms:created>
  <dcterms:modified xsi:type="dcterms:W3CDTF">2026-08-04T09:16:03Z</dcterms:modified>
</cp:coreProperties>
</file>